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60" r:id="rId4"/>
    <p:sldId id="261" r:id="rId5"/>
    <p:sldId id="259" r:id="rId6"/>
    <p:sldId id="262" r:id="rId7"/>
    <p:sldId id="263" r:id="rId8"/>
    <p:sldId id="264" r:id="rId9"/>
    <p:sldId id="257" r:id="rId10"/>
    <p:sldId id="258" r:id="rId11"/>
  </p:sldIdLst>
  <p:sldSz cx="12192000" cy="6858000"/>
  <p:notesSz cx="6888163" cy="100187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fld id="{6475149C-3887-4932-9493-02D6A5910C18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fld id="{7DF331B5-4C4A-4D8E-ADE1-DB36420B08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4766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331B5-4C4A-4D8E-ADE1-DB36420B08C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946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8CBC6-5B25-7911-2D1F-56C157F25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8159F-E3CA-820A-A66E-9DC10DE9D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CE8E3-E60E-64C4-17B1-05DAA22C4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DFFB-DB58-42C8-B851-B9BA77E5E0D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77D84-64E7-1C33-58D7-29DBE5A63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35F31-5979-0BB0-0C08-DAF8D0EA4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3E9-6B78-4C4B-A57D-0E208572A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853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15B3F-7EA6-4343-1BF6-5947C0737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AFBE7-F645-6A98-6792-41F9787D4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14A25-C107-86E0-9637-2A760FC88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DFFB-DB58-42C8-B851-B9BA77E5E0D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DC670-F7EE-0C17-D0AD-6242F3DE1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99603-8BEF-D96C-3164-BEC8FCF75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3E9-6B78-4C4B-A57D-0E208572A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128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E306F-514A-CB6B-79F9-E915D590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29421-CA60-16BD-C01B-BC8CA0C7B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3502C-DBC7-86A3-01AF-20B4F720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DFFB-DB58-42C8-B851-B9BA77E5E0D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B7646-7C13-5F82-40AA-84B55E71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BA180-051A-A3AC-CAAD-EFA18E71B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3E9-6B78-4C4B-A57D-0E208572A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0494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A4EC-03B0-FF8A-2635-2CEB88CC7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A4438-51A7-CFCD-54AE-B4419CA5F4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ADB8E-D584-BE3A-A664-8FC31AB9F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5DF68-8E59-D5AA-6558-103A424F8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DFFB-DB58-42C8-B851-B9BA77E5E0D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F6235-2AA0-11E0-9B75-3BFC2C003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15AF4-0BAF-7EFB-C95C-7D561BDFD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3E9-6B78-4C4B-A57D-0E208572A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4533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44E44-67D2-90A1-0FA4-F6D14599B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84B46-0418-2FBF-ECA3-FD92C9EF8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6F755-D5A0-9C75-7AAF-EABE4D060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8919C3-474D-C980-417D-2395B582B5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B12932-2557-6646-6148-4A1FE6B6A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28B037-E558-3895-AD25-FEFBA86E4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DFFB-DB58-42C8-B851-B9BA77E5E0D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39D7C7-60BC-2C17-4BA2-6574033DF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5897EB-C878-43ED-4042-D4296C43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3E9-6B78-4C4B-A57D-0E208572A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754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1B278-4A49-387D-16CB-17AE8B21F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DE3835-2246-8AE3-F256-BB9C62363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DFFB-DB58-42C8-B851-B9BA77E5E0D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F70C06-85D8-2EBD-2C7A-F7725E30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A0C642-6AC6-48D2-EA16-2495CFF09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3E9-6B78-4C4B-A57D-0E208572A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429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E3A919-01B4-54C8-D3E7-8B80431DD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DFFB-DB58-42C8-B851-B9BA77E5E0D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6E9E1-47C9-9452-494B-1E0427565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8C78B-7DC0-99C7-8540-B2D0E363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3E9-6B78-4C4B-A57D-0E208572A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836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B5662-090D-1566-507B-366191DDD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8F41D-0806-4398-DCAF-7DB871FE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A85CD5-0110-FCC1-F72F-2983C66AA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B695D-3FB3-AAD0-5273-537B7470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DFFB-DB58-42C8-B851-B9BA77E5E0D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A2F35-3EED-594B-D2BD-1EC82082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C3BBC-5B83-8BA6-F9A1-7B50886DE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3E9-6B78-4C4B-A57D-0E208572A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7609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DCF4E-A801-EF6F-FE00-937B4977A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C162BD-7DEA-C1D5-C567-39A6925F9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2F7C7-8B7F-11ED-3B00-1BA561717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8F957-FAB5-D6FB-75F2-DDAE17A33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DFFB-DB58-42C8-B851-B9BA77E5E0D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4A387C-6218-06EA-2E82-49077D092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6D971B-6C1F-E5F8-37A5-703D5A01B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3E9-6B78-4C4B-A57D-0E208572A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473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CE05D-6FBE-600B-7081-A10C10924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05B35-C1A8-7B7D-7B32-6CC5D9AD7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B81A6-616D-47B2-EE8B-3C6366E39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DFFB-DB58-42C8-B851-B9BA77E5E0D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EC5B6-717C-4BFA-195B-82258912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E03EA-52A2-E726-91CB-C011250F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3E9-6B78-4C4B-A57D-0E208572A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897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C2F141-6A2A-57F4-BD04-5CDD7107FB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8B8E68-3ED3-4EFF-C902-B783D8C11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B6905-7C3E-7F7B-E8E3-E9BB4D1AF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DFFB-DB58-42C8-B851-B9BA77E5E0D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F0A98-7619-5F73-14B2-7F279175B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88F97-CBA3-4850-31F7-692F3AF9F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3E9-6B78-4C4B-A57D-0E208572A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8113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210FF9-9E3E-637F-739E-6E29862D8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DD0B7-A67E-3BD4-BDBC-F1182681E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7B492-26E2-26B8-C615-E722AD2A3C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87DFFB-DB58-42C8-B851-B9BA77E5E0D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03ED9-D988-331C-44FE-3EE11F7000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E6E0F-5AEF-FF3A-7E1A-475C44609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AE3E9-6B78-4C4B-A57D-0E208572A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094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8472C5-A788-E51C-87CB-1A27FB25A224}"/>
              </a:ext>
            </a:extLst>
          </p:cNvPr>
          <p:cNvSpPr txBox="1"/>
          <p:nvPr/>
        </p:nvSpPr>
        <p:spPr>
          <a:xfrm>
            <a:off x="4086225" y="2705100"/>
            <a:ext cx="3390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/>
              <a:t>Outlier</a:t>
            </a:r>
            <a:r>
              <a:rPr lang="it-IT" sz="2400" dirty="0"/>
              <a:t> </a:t>
            </a:r>
            <a:r>
              <a:rPr lang="it-IT" sz="2400" dirty="0" err="1"/>
              <a:t>Identification</a:t>
            </a:r>
            <a:r>
              <a:rPr lang="it-IT" sz="2400" dirty="0"/>
              <a:t> and Management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49349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63978A-801B-7E1C-517D-91A1CCD5D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271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84E3C-30D2-985B-F33A-441BB2924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741" y="62114"/>
            <a:ext cx="6371429" cy="5580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21BFC0-290C-FCE9-E5CB-01ED89E8C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61" y="6210016"/>
            <a:ext cx="6190476" cy="5238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B79CDD-5433-0AF3-CABD-07B9F5645E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4444" y="5548111"/>
            <a:ext cx="3038095" cy="1323810"/>
          </a:xfrm>
          <a:prstGeom prst="rect">
            <a:avLst/>
          </a:prstGeom>
        </p:spPr>
      </p:pic>
      <p:pic>
        <p:nvPicPr>
          <p:cNvPr id="8" name="Picture 7" descr="Punto Esclamativo Triangolo - Grafica vettoriale gratuita su Pixabay">
            <a:extLst>
              <a:ext uri="{FF2B5EF4-FFF2-40B4-BE49-F238E27FC236}">
                <a16:creationId xmlns:a16="http://schemas.microsoft.com/office/drawing/2014/main" id="{2BFF1EA5-A8F8-7E74-5247-86AAADC8A4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5308" y="6019799"/>
            <a:ext cx="816142" cy="7185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3E25AB-0446-BCDA-1AFA-039F86D441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1" y="124174"/>
            <a:ext cx="4495414" cy="253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952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4E00755-D065-EE47-2F68-DE44B6071C1B}"/>
              </a:ext>
            </a:extLst>
          </p:cNvPr>
          <p:cNvGrpSpPr/>
          <p:nvPr/>
        </p:nvGrpSpPr>
        <p:grpSpPr>
          <a:xfrm>
            <a:off x="504824" y="905018"/>
            <a:ext cx="5952689" cy="5285871"/>
            <a:chOff x="229036" y="124223"/>
            <a:chExt cx="6971428" cy="619049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6EE1F12-7133-1F70-202D-8C7654CD2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9036" y="543285"/>
              <a:ext cx="6971428" cy="577142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99A63B7-D9DB-6BCE-FEE9-17E4AE5E0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9036" y="124223"/>
              <a:ext cx="1952381" cy="304762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1D60B01-4961-8341-15D4-592E96F765EF}"/>
              </a:ext>
            </a:extLst>
          </p:cNvPr>
          <p:cNvGrpSpPr/>
          <p:nvPr/>
        </p:nvGrpSpPr>
        <p:grpSpPr>
          <a:xfrm>
            <a:off x="6648450" y="1035131"/>
            <a:ext cx="5466913" cy="2889933"/>
            <a:chOff x="5905843" y="1944732"/>
            <a:chExt cx="6238095" cy="329759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5694351-1F35-E6A8-3692-02D241DD4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05843" y="2308996"/>
              <a:ext cx="6238095" cy="293333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C727E3B-0EE6-88DA-1FC0-731D56235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15106" y="1944732"/>
              <a:ext cx="1095238" cy="2666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8806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ECE72-8FB7-0F11-EACA-CFD201223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92DAFE-72A7-EA98-E3C2-AB823BFB8689}"/>
              </a:ext>
            </a:extLst>
          </p:cNvPr>
          <p:cNvSpPr txBox="1"/>
          <p:nvPr/>
        </p:nvSpPr>
        <p:spPr>
          <a:xfrm>
            <a:off x="4024312" y="2743200"/>
            <a:ext cx="41433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/>
              <a:t>Missing</a:t>
            </a:r>
            <a:r>
              <a:rPr lang="it-IT" sz="2400" b="1" dirty="0"/>
              <a:t> </a:t>
            </a:r>
            <a:r>
              <a:rPr lang="it-IT" sz="2400" b="1" dirty="0" err="1"/>
              <a:t>Values</a:t>
            </a:r>
            <a:r>
              <a:rPr lang="it-IT" sz="2400" b="1" dirty="0"/>
              <a:t> </a:t>
            </a:r>
            <a:r>
              <a:rPr lang="it-IT" sz="2400" dirty="0" err="1"/>
              <a:t>Identification</a:t>
            </a:r>
            <a:r>
              <a:rPr lang="it-IT" sz="2400" dirty="0"/>
              <a:t> and Management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3883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32D55F-E4CC-8D8A-6571-C1C774FF03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81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1E4A3F-186F-101E-FC81-C7D8932B8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821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3E65B5-2335-54EA-F496-7C24985E1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46FA5A-DC90-1D09-1F42-E06994CA2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285" y="6215095"/>
            <a:ext cx="6190476" cy="5238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1B5FF0-33C6-1471-C6FC-7EBD86DF3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773" y="238494"/>
            <a:ext cx="6600000" cy="5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268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DC244E-A172-F90B-432E-7D3658E07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524" y="2305190"/>
            <a:ext cx="6380952" cy="22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140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</Words>
  <Application>Microsoft Office PowerPoint</Application>
  <PresentationFormat>Widescreen</PresentationFormat>
  <Paragraphs>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Piemontese</dc:creator>
  <cp:lastModifiedBy>Antonio Piemontese</cp:lastModifiedBy>
  <cp:revision>3</cp:revision>
  <cp:lastPrinted>2026-09-14T07:27:06Z</cp:lastPrinted>
  <dcterms:created xsi:type="dcterms:W3CDTF">2026-09-14T06:39:24Z</dcterms:created>
  <dcterms:modified xsi:type="dcterms:W3CDTF">2026-09-14T07:27:25Z</dcterms:modified>
</cp:coreProperties>
</file>